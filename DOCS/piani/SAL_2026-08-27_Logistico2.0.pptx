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Logistico 2.0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Avanzamento Lavori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dati Oracle → Databricks · architettura Medallion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agosto 2026  ·  CNO Data Platform  ·  Team Logistico 2.0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Sintesi: due tracce distinte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"Sviluppato in locale" non significa "in produzione". L'avanzamento va letto su due tracce.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EEF3F4"/>
          </a:solidFill>
          <a:ln w="12700">
            <a:solidFill>
              <a:srgbClr val="D9E0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A — BUILD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pipeline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Sostanzialmente completo in locale.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290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 + 5 wave A–E + aggregati</a:t>
            </a:r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 run locale: Bronze/Silver/Gold verdi</a:t>
            </a:r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Orphan-rate 0,0%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EEF3F4"/>
          </a:solidFill>
          <a:ln w="12700">
            <a:solidFill>
              <a:srgbClr val="D9E0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B — CLOUD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&amp; go-live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80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avvio — blocco di lavoro sostanziale.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290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 su dati reali nel cloud</a:t>
            </a:r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Quadratura numerica vs Oracle</a:t>
            </a:r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business + performance</a:t>
            </a:r>
            <a:pPr indent="0" marL="0">
              <a:buNone/>
            </a:pPr>
            <a:r>
              <a:rPr lang="en-US" sz="13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+ cut-over (PROD)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L'avanzamento NON è "≈73% del progetto fatto": è il build (giornate spese in locale). La validazione cloud/go-live è in gran parte davanti a noi.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Logistico 2.0 · CNO Data Platform · SAL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temporale — Gantt per wave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301033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18786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36538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054291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972044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89797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807550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5302" y="1353312"/>
            <a:ext cx="917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719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Fondamenta (infra)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9856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7609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5362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127C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3114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90867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8620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26373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44126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61878" y="174650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1214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Master Data / DIM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9856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7609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5362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3114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90867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8620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26373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44126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61878" y="214884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Carichi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19856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37609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5362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3114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90867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8620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26373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44126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61878" y="255117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2926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Giacenze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19856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37609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5362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3114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90867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8620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26373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44126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61878" y="295351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3328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Prep. Spedizioni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19856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37609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55362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3114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90867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08620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26373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44126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761878" y="3355848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3730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Trasporti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19856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37609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55362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73114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90867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08620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26373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44126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61878" y="3758184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48640" y="41330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Tracciab. &amp; Carrell.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419856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37609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55362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0E5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73114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90867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08620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26373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44126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761878" y="4160520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48640" y="4535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Aggregati / Report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419856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37609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55362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73114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90867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08620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26373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44126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761878" y="4562856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48640" y="4937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Shadow &amp; Cut-over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419856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37609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55362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73114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090867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8620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D8D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26373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D8D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44126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61878" y="4965192"/>
            <a:ext cx="844601" cy="27432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48640" y="544982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0E5A63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859536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(locale)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429000" y="544982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27C88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3739896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esecuzione DEV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6309360" y="544982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6620256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cloud / go-live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9189720" y="544982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D8DEE2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9500616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Propedeutico (PROD)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548640" y="57698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 completamento condiviso: fine febbraio 2027 (con parallelizzazione delle validazioni).</a:t>
            </a:r>
            <a:endParaRPr lang="en-US" sz="1100" dirty="0"/>
          </a:p>
        </p:txBody>
      </p:sp>
      <p:sp>
        <p:nvSpPr>
          <p:cNvPr id="113" name="Text 11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Logistico 2.0 · CNO Data Platform · SAL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per fase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2286000"/>
                <a:gridCol w="40507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Sviluppo (locale)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Validazione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aperto principale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Fondamenta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corso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DEV: plan ✅ / 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UC alla MI (OP-INF-1)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Master Data / DIM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Retail (OP-02)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Carichi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quadratura + BA (cloud)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Giacenze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valorizzato (ST-01/02)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Prep. Spedizioni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quadratura + edge-case (cloud)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Trasporti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listini corrieri assenti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Tracc. &amp; Carrellisti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CE178 su dati reali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Aggregati /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avviare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Warehouse + MicroStrategy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Shadow &amp; Cut-over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bozze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bloccato su PROD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provisioning PROD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Logistico 2.0 · CNO Data Platform · SAL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GitLab CI/CD &amp; certificazione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su GitLab cliente (CI in DEV, auth Managed Identity — nessun segreto)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su GitLab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logistico-lib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logistica_utils pubblicato nel Package Registry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logistico-workflows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deploy_dev verde → 7 job creati (sandbox, schedule in pausa)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logistico-infrastructure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plan verde (15 add, 0 destroy); apply in attesa grant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033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Certificazione &amp; quadratura vs CDT_DW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690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Certificazione strutturale: completata su F_CARICO e F_PREP_SPED; analisi su tutti i 6 fact conclusa (scope confermato dove deliberato).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Quadratura numerica dei dati: cloud-gated — significativa solo dopo initial load/backfill sul cloud (in locale la landing copre pochi giorni).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Logistico 2.0 · CNO Data Platform · SAL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105000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cosa siamo fermi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 esterne (cliente / piattaforma / sorgenti)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577840"/>
                <a:gridCol w="1947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OP-INF-1 · apply infra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Unity Catalog (USE CATALOG + CREATE SCHEMA) alla Managed 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/ piattaforma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OP-21 · Data Quality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 sull'approccio DQ trasversale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(bloccante)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OP-02 · Lookup Retail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nomi/percorsi anagrafiche condivise (arricchimento articolo/fornitore)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OP-08/10/11/31 · sorgenti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FULL/DELTA, filtro aree, carichi via SWAP, validazioni delta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Sistemi sorgente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Provisioning cloud DEV→PROD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workspace, landing, credenziali/accessi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Piattaforma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Listini corrieri (Trasporti)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sorgente costi per valorizzare i noli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4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/ sorgente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Logistico 2.0 · CNO Data Platform · SAL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Unity Catalog alla MI → apply infra DEV (schemi + Volume di landing).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dal Package Registry + primo run pipeline in DEV.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wave su dati reali → backfill → quadratura numerica vs CDT_DW.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funzionale con il business (BA); MicroStrategy per gli aggregati.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&amp; cut-over (subordinati al provisioning PROD).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12474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chiediamo in questo SAL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7091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Sblocco dei permessi Unity Catalog alla MI (OP-INF-1) e percorso di provisioning cloud (DEV → PROD).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 sul framework Data Quality (OP-21) e sulle anagrafiche Retail (OP-02).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E8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Conferme sui sistemi sorgente (OP-08/10/11/31) e sui listini corrieri.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2026-08-28T07:35:21Z</dcterms:created>
  <dcterms:modified xsi:type="dcterms:W3CDTF">2026-08-28T07:35:21Z</dcterms:modified>
</cp:coreProperties>
</file>